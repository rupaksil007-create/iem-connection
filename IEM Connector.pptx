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62" r:id="rId11"/>
    <p:sldId id="263" r:id="rId12"/>
    <p:sldId id="264" r:id="rId13"/>
    <p:sldId id="265" r:id="rId14"/>
  </p:sldIdLst>
  <p:sldSz cx="14630400" cy="8229600"/>
  <p:notesSz cx="8229600" cy="14630400"/>
  <p:embeddedFontLst>
    <p:embeddedFont>
      <p:font typeface="Epilogue" panose="020B0604020202020204" charset="0"/>
      <p:regular r:id="rId16"/>
    </p:embeddedFont>
    <p:embeddedFont>
      <p:font typeface="Fraunces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726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8E38-89FB-B854-1426-2937C401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AF327-2885-98C1-235C-4DA52662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FD9E9-2C9A-BFA4-8E78-F7117E185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A5509-7435-7719-6C1A-9B2002BD7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80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0137-D397-D158-342D-341A2288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A650D-1E54-7933-9D1E-03296A3A6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985A4-7570-D948-B781-5BD156F1A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A69C8-EEF5-4D1F-27B3-762A97561F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11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E718-7387-3E67-FD00-28861BB1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CF5BD-30E4-0F81-9654-BE96D221A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D226B-1E00-CE64-38C2-A97EAD26E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394E6-B8AE-D58A-81BA-208785F1C7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245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IEM CONNECTOR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24056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 Centralized Campus Collaboration Platform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39816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Streamlining student life at IEM Campus through unified event discovery, team formation, and resource sharing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7912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Team: </a:t>
            </a:r>
            <a:r>
              <a:rPr lang="en-US" sz="1750" b="1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BlackWolf</a:t>
            </a:r>
            <a:endParaRPr lang="en-US" sz="1750" b="1" dirty="0">
              <a:solidFill>
                <a:srgbClr val="EBECEF"/>
              </a:solidFill>
              <a:latin typeface="Epilogue" pitchFamily="34" charset="0"/>
              <a:ea typeface="Epilogue" pitchFamily="34" charset="-122"/>
              <a:cs typeface="Epilogu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Members: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Pratham Gupta, Shoyaib Rahaman,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Anomitro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Saha, Rupak Sil </a:t>
            </a: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Institution: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Institute of Engineering and Management.</a:t>
            </a:r>
            <a:endParaRPr lang="en-US" sz="175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6F049C-92C0-3CD7-BE63-893C91A7D123}"/>
              </a:ext>
            </a:extLst>
          </p:cNvPr>
          <p:cNvSpPr/>
          <p:nvPr/>
        </p:nvSpPr>
        <p:spPr>
          <a:xfrm>
            <a:off x="13035776" y="7839307"/>
            <a:ext cx="1315844" cy="20072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703D09-A652-C82E-9C2C-ECDA94AF5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758" y="2189159"/>
            <a:ext cx="5099940" cy="38512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5070" y="626745"/>
            <a:ext cx="7566660" cy="1126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Problem: Fragmented Campus Life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75070" y="1968460"/>
            <a:ext cx="7566660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Students face information overload across disconnected platforms, wasting valuable time searching for opportunities and struggling to find the right resources.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75070" y="2647117"/>
            <a:ext cx="7566660" cy="1260872"/>
          </a:xfrm>
          <a:prstGeom prst="roundRect">
            <a:avLst>
              <a:gd name="adj" fmla="val 60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2951" y="2834997"/>
            <a:ext cx="236124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Information Overload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462951" y="3202662"/>
            <a:ext cx="7190899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Event information scattered across WhatsApp groups, email inboxes, and physical notice boards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5070" y="4051221"/>
            <a:ext cx="7566660" cy="1260872"/>
          </a:xfrm>
          <a:prstGeom prst="roundRect">
            <a:avLst>
              <a:gd name="adj" fmla="val 60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2951" y="4239101"/>
            <a:ext cx="2590681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Disconnected Platforms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462951" y="4606766"/>
            <a:ext cx="7190899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unified system for team formation, resource sharing, or discovering campus events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75070" y="5455325"/>
            <a:ext cx="7566660" cy="1002149"/>
          </a:xfrm>
          <a:prstGeom prst="roundRect">
            <a:avLst>
              <a:gd name="adj" fmla="val 75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2951" y="5643205"/>
            <a:ext cx="2724388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 Formation Barriers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462951" y="6010870"/>
            <a:ext cx="719089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Difficulty finding skilled teammates for competitions and projects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75070" y="6600706"/>
            <a:ext cx="7566660" cy="1002149"/>
          </a:xfrm>
          <a:prstGeom prst="roundRect">
            <a:avLst>
              <a:gd name="adj" fmla="val 75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2951" y="6788587"/>
            <a:ext cx="225361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Resource Scarcity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462951" y="7156252"/>
            <a:ext cx="7190899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central place to share study materials, notes, or academic resources</a:t>
            </a:r>
            <a:endParaRPr lang="en-US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37215B-6FCE-C2A2-EED3-AA22A82AB191}"/>
              </a:ext>
            </a:extLst>
          </p:cNvPr>
          <p:cNvSpPr/>
          <p:nvPr/>
        </p:nvSpPr>
        <p:spPr>
          <a:xfrm>
            <a:off x="13058078" y="7883912"/>
            <a:ext cx="1248937" cy="17842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6480"/>
            <a:ext cx="114636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Our Solution: One Platform for Everything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88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IEM Help brings campus collaboration into one unified space, making it effortless for students to discover opportunities, build teams, and share resources.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509843"/>
            <a:ext cx="2411968" cy="14906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283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Discover Events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774412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Find all campus events, competitions, and workshops in one centralized feed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509843"/>
            <a:ext cx="2411968" cy="14906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283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Build Teams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77441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Connect with like-minded students and form teams for competitions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509843"/>
            <a:ext cx="2411968" cy="14906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2839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Share &amp; Trade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77441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Access resources and participate in the campus marketplace</a:t>
            </a:r>
            <a:endParaRPr lang="en-US" sz="175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014726-EFB5-0BC6-1224-E09E226F46F6}"/>
              </a:ext>
            </a:extLst>
          </p:cNvPr>
          <p:cNvSpPr/>
          <p:nvPr/>
        </p:nvSpPr>
        <p:spPr>
          <a:xfrm>
            <a:off x="13046927" y="7839307"/>
            <a:ext cx="1326995" cy="21187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6890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767007"/>
            <a:ext cx="481965" cy="481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453759"/>
            <a:ext cx="256210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Secure Authentication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3790" y="2853214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College email verification ensures a trusted, secure platform for all students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7594" y="1767007"/>
            <a:ext cx="481965" cy="4819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17594" y="2453759"/>
            <a:ext cx="356877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Event Discovery &amp; Registration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417594" y="2853214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Browse upcoming events, competitions, and workshops with one-click registration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751421"/>
            <a:ext cx="481965" cy="4819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4438174"/>
            <a:ext cx="355187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 Builder for Competitions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93790" y="4837628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Post team requirements, find skilled members, and collaborate effectively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7594" y="3751421"/>
            <a:ext cx="481965" cy="4819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17594" y="443817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Event Leaderboards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417594" y="4837628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Track competition rankings and celebrate top performers across campus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3790" y="5735836"/>
            <a:ext cx="481965" cy="48196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3790" y="6422588"/>
            <a:ext cx="257829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Resource Sharing Hub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793790" y="6822043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Upload and download study materials, notes, and academic resources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17594" y="5735836"/>
            <a:ext cx="481965" cy="48196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17594" y="6422588"/>
            <a:ext cx="243006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Campus Marketplace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7417594" y="6822043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Buy, sell, and trade textbooks, equipment, and other student essentials</a:t>
            </a:r>
            <a:endParaRPr lang="en-US" sz="15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0956CB-C5B7-2098-7A4B-9F3B9DAE8225}"/>
              </a:ext>
            </a:extLst>
          </p:cNvPr>
          <p:cNvSpPr/>
          <p:nvPr/>
        </p:nvSpPr>
        <p:spPr>
          <a:xfrm>
            <a:off x="13046927" y="7839307"/>
            <a:ext cx="1282390" cy="22302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9747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System Architecture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93790" y="1810226"/>
            <a:ext cx="75564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robust three-tier architecture ensures scalability, security, and fast response times for all platform operations.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712720"/>
            <a:ext cx="1077397" cy="15623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75855" y="292810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 Layer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2075855" y="3387447"/>
            <a:ext cx="627435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HTML, CSS, and JavaScript create an intuitive, responsive user interface that works seamlessly across all devices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75058"/>
            <a:ext cx="1077397" cy="15623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075855" y="44904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 API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2075855" y="4949785"/>
            <a:ext cx="627435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Node.js powers server-side logic, handling requests, authentication, and business operations efficiently</a:t>
            </a:r>
            <a:endParaRPr lang="en-US" sz="1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837396"/>
            <a:ext cx="1077397" cy="15623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75855" y="605278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2075855" y="6512123"/>
            <a:ext cx="6274356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MySQL stores user data, events, teams, and marketplace listings securely and reliably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4E33-245D-DF02-23DB-CBD17F2F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C838EF-0959-6668-13D1-2748B77B7BB8}"/>
              </a:ext>
            </a:extLst>
          </p:cNvPr>
          <p:cNvSpPr/>
          <p:nvPr/>
        </p:nvSpPr>
        <p:spPr>
          <a:xfrm>
            <a:off x="793790" y="3546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Demo</a:t>
            </a:r>
            <a:endParaRPr lang="en-US" sz="4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D921C6-6E56-BF9C-5097-6ECDADAED8B1}"/>
              </a:ext>
            </a:extLst>
          </p:cNvPr>
          <p:cNvSpPr/>
          <p:nvPr/>
        </p:nvSpPr>
        <p:spPr>
          <a:xfrm>
            <a:off x="793790" y="7254359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Login Page</a:t>
            </a:r>
            <a:endParaRPr lang="en-US" sz="1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3E50A9-6530-1D4B-32ED-DE45D475C339}"/>
              </a:ext>
            </a:extLst>
          </p:cNvPr>
          <p:cNvSpPr/>
          <p:nvPr/>
        </p:nvSpPr>
        <p:spPr>
          <a:xfrm>
            <a:off x="13024624" y="7872761"/>
            <a:ext cx="1282391" cy="1561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AD614-142A-212E-7FD0-F933386D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9" y="1121305"/>
            <a:ext cx="12895300" cy="60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3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546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Demo</a:t>
            </a:r>
            <a:endParaRPr lang="en-US" sz="4000" dirty="0"/>
          </a:p>
        </p:txBody>
      </p:sp>
      <p:sp>
        <p:nvSpPr>
          <p:cNvPr id="9" name="Text 1"/>
          <p:cNvSpPr/>
          <p:nvPr/>
        </p:nvSpPr>
        <p:spPr>
          <a:xfrm>
            <a:off x="793790" y="7254359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Welcome Dashboard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29EAF5-45F3-950B-F8EF-BC6DF9EDA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85" y="1091854"/>
            <a:ext cx="12612029" cy="604589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34D5D8-8318-730A-24CC-E4EFF4677D5A}"/>
              </a:ext>
            </a:extLst>
          </p:cNvPr>
          <p:cNvSpPr/>
          <p:nvPr/>
        </p:nvSpPr>
        <p:spPr>
          <a:xfrm>
            <a:off x="13035776" y="7883912"/>
            <a:ext cx="1315844" cy="14496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28558-832E-650A-180D-B997C01B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24FF51-5DCF-9294-1E56-0C57C1DAA127}"/>
              </a:ext>
            </a:extLst>
          </p:cNvPr>
          <p:cNvSpPr/>
          <p:nvPr/>
        </p:nvSpPr>
        <p:spPr>
          <a:xfrm>
            <a:off x="793790" y="3546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Demo</a:t>
            </a:r>
            <a:endParaRPr lang="en-US" sz="4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68FC885-8B03-5C55-F61B-0E25E66288C9}"/>
              </a:ext>
            </a:extLst>
          </p:cNvPr>
          <p:cNvSpPr/>
          <p:nvPr/>
        </p:nvSpPr>
        <p:spPr>
          <a:xfrm>
            <a:off x="793790" y="7254359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Event Page</a:t>
            </a:r>
            <a:endParaRPr lang="en-US" sz="1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FF73BD-1A82-564A-A61D-020194B9DB16}"/>
              </a:ext>
            </a:extLst>
          </p:cNvPr>
          <p:cNvSpPr/>
          <p:nvPr/>
        </p:nvSpPr>
        <p:spPr>
          <a:xfrm>
            <a:off x="13035776" y="7883912"/>
            <a:ext cx="1315844" cy="14496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935E41-651E-B50F-0AC6-CDFA6A71F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772" y="1094795"/>
            <a:ext cx="10743038" cy="604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8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2506-D4EB-10CF-BD9D-11102C29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CF0E4D-B133-4B48-EB8D-7B69E5DF669D}"/>
              </a:ext>
            </a:extLst>
          </p:cNvPr>
          <p:cNvSpPr/>
          <p:nvPr/>
        </p:nvSpPr>
        <p:spPr>
          <a:xfrm>
            <a:off x="793790" y="35468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Platform Demo</a:t>
            </a:r>
            <a:endParaRPr lang="en-US" sz="4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A284126-238C-83A7-9A5F-F3D30E107CE2}"/>
              </a:ext>
            </a:extLst>
          </p:cNvPr>
          <p:cNvSpPr/>
          <p:nvPr/>
        </p:nvSpPr>
        <p:spPr>
          <a:xfrm>
            <a:off x="793790" y="7254359"/>
            <a:ext cx="130428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Market Place Page</a:t>
            </a:r>
            <a:endParaRPr lang="en-US" sz="16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2C80B2-1DCC-2F1F-5FE6-A28A33FA1931}"/>
              </a:ext>
            </a:extLst>
          </p:cNvPr>
          <p:cNvSpPr/>
          <p:nvPr/>
        </p:nvSpPr>
        <p:spPr>
          <a:xfrm>
            <a:off x="13035776" y="7883912"/>
            <a:ext cx="1315844" cy="14496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0B58A-AE0A-8A74-F2DE-9C83945E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38" y="1357596"/>
            <a:ext cx="6848419" cy="3961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92E37-CBB9-70A5-7D0B-51C9E0E57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1566" y="1357596"/>
            <a:ext cx="6654438" cy="424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5447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 &amp; Benefits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93790" y="1378268"/>
            <a:ext cx="7556421" cy="1450657"/>
          </a:xfrm>
          <a:prstGeom prst="roundRect">
            <a:avLst>
              <a:gd name="adj" fmla="val 459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0120" y="154459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8C98C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089" y="1675567"/>
            <a:ext cx="214313" cy="214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131933"/>
            <a:ext cx="295346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Centralized Event Management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60120" y="2446615"/>
            <a:ext cx="7223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One platform for all campus activities eliminates information fragmentation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93790" y="2940010"/>
            <a:ext cx="7556421" cy="1450657"/>
          </a:xfrm>
          <a:prstGeom prst="roundRect">
            <a:avLst>
              <a:gd name="adj" fmla="val 459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0120" y="3106341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8C98C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089" y="3237309"/>
            <a:ext cx="214313" cy="214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693676"/>
            <a:ext cx="229373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Enhanced Collaboration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960120" y="4008358"/>
            <a:ext cx="7223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Students connect, form teams, and work together more effectively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93790" y="4501753"/>
            <a:ext cx="7556421" cy="1450657"/>
          </a:xfrm>
          <a:prstGeom prst="roundRect">
            <a:avLst>
              <a:gd name="adj" fmla="val 459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0120" y="4668083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8C98C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089" y="4799052"/>
            <a:ext cx="214313" cy="214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5255419"/>
            <a:ext cx="221992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Increased Participation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960120" y="5570101"/>
            <a:ext cx="7223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Easy discovery and registration boost competition and event attendance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93790" y="6063496"/>
            <a:ext cx="7556421" cy="1450657"/>
          </a:xfrm>
          <a:prstGeom prst="roundRect">
            <a:avLst>
              <a:gd name="adj" fmla="val 4597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6229826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8C98C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1089" y="6360795"/>
            <a:ext cx="214313" cy="214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6817162"/>
            <a:ext cx="21185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Resource Accessibility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960120" y="7131844"/>
            <a:ext cx="7223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Academic materials and study resources become easily accessible to all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4864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Future Scope: Growing Beyond Today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2265521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Expanding IEM Help's capabilities to provide even more value to students through mobile access, intelligent matching, and career development.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86552" y="3309580"/>
            <a:ext cx="192762" cy="1066205"/>
          </a:xfrm>
          <a:prstGeom prst="roundRect">
            <a:avLst>
              <a:gd name="adj" fmla="val 4200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790" y="3183017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8332" y="3327559"/>
            <a:ext cx="289203" cy="2892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6025" y="321314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Mobile App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536025" y="3612594"/>
            <a:ext cx="6814185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Native iOS and Android applications for on-the-go access to all platform features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275755" y="4828937"/>
            <a:ext cx="192762" cy="1066205"/>
          </a:xfrm>
          <a:prstGeom prst="roundRect">
            <a:avLst>
              <a:gd name="adj" fmla="val 4200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82993" y="4702373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7534" y="4846915"/>
            <a:ext cx="289203" cy="2892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5228" y="473249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Matching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1825228" y="5131951"/>
            <a:ext cx="652498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Smart algorithms recommend events and team members based on interests and skills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564958" y="6348293"/>
            <a:ext cx="192762" cy="1066205"/>
          </a:xfrm>
          <a:prstGeom prst="roundRect">
            <a:avLst>
              <a:gd name="adj" fmla="val 42009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372195" y="6221730"/>
            <a:ext cx="578406" cy="578406"/>
          </a:xfrm>
          <a:prstGeom prst="roundRect">
            <a:avLst>
              <a:gd name="adj" fmla="val 7904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6737" y="6366272"/>
            <a:ext cx="289203" cy="2892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14431" y="62518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Career Hub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2114431" y="6651307"/>
            <a:ext cx="6235779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Internship and job opportunities connecting students with employers and alumni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44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002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52324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HTML5 for structure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CSS3 for styling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JavaScript for interactivity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64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547854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Node.js runtime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Express framework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RESTful APIs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70021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352324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MySQL for data storage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Secure data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 query processing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64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Authentication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547854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College email verification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Secure login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protection</a:t>
            </a:r>
            <a:endParaRPr lang="en-US" sz="175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CED9D5-83A4-A567-D495-0F57BE5F9D00}"/>
              </a:ext>
            </a:extLst>
          </p:cNvPr>
          <p:cNvSpPr/>
          <p:nvPr/>
        </p:nvSpPr>
        <p:spPr>
          <a:xfrm>
            <a:off x="13046927" y="7839307"/>
            <a:ext cx="1326995" cy="211873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25514" y="2140813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6525517" y="358187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 </a:t>
            </a:r>
            <a:r>
              <a:rPr lang="en-US" sz="3550" dirty="0" err="1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BlackWolf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525516" y="446627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Pratham Gupta • Shoyaib Rahaman • </a:t>
            </a:r>
            <a:r>
              <a:rPr lang="en-US" sz="1750" dirty="0" err="1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Anomitro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Saha• Rupak Sil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525517" y="50843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Project: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IEM Connector – Campus Networking Platform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C3B03D-B485-6BF6-9F6D-C8EA0D792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9" y="1862254"/>
            <a:ext cx="5965727" cy="450509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5DAC43-9D71-F0C6-3387-2D6AE64014B4}"/>
              </a:ext>
            </a:extLst>
          </p:cNvPr>
          <p:cNvSpPr/>
          <p:nvPr/>
        </p:nvSpPr>
        <p:spPr>
          <a:xfrm>
            <a:off x="13013473" y="7883912"/>
            <a:ext cx="1338147" cy="16726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580</Words>
  <Application>Microsoft Office PowerPoint</Application>
  <PresentationFormat>Custom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Epilogue</vt:lpstr>
      <vt:lpstr>Fraunces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Shoyaib Rahaman</cp:lastModifiedBy>
  <cp:revision>2</cp:revision>
  <dcterms:created xsi:type="dcterms:W3CDTF">2026-03-15T10:08:05Z</dcterms:created>
  <dcterms:modified xsi:type="dcterms:W3CDTF">2026-03-15T10:40:41Z</dcterms:modified>
</cp:coreProperties>
</file>